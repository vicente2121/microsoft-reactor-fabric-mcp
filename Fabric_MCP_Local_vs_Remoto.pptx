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image" Target="../media/image-10-6.png"/><Relationship Id="rId7" Type="http://schemas.openxmlformats.org/officeDocument/2006/relationships/image" Target="../media/image-10-2.png"/><Relationship Id="rId8" Type="http://schemas.openxmlformats.org/officeDocument/2006/relationships/image" Target="../media/image-10-2.png"/><Relationship Id="rId9" Type="http://schemas.openxmlformats.org/officeDocument/2006/relationships/image" Target="../media/image-10-2.png"/><Relationship Id="rId10" Type="http://schemas.openxmlformats.org/officeDocument/2006/relationships/image" Target="../media/image-10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A366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8305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fabric_mcp_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· MODEL CONTEXT PROTOCOL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Local vs. MCP Remoto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hacer cada servidor, cómo se autentica, y cuál elegir para cada tarea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005840" cy="0"/>
          </a:xfrm>
          <a:prstGeom prst="line">
            <a:avLst/>
          </a:prstGeom>
          <a:noFill/>
          <a:ln w="38100">
            <a:solidFill>
              <a:srgbClr val="D983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comparativa · 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fabric_mcp_deck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8277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7335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servidores, dos propósitos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02082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MCP Local y qué es el MCP Core remoto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0" y="171907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5877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fabric_mcp_deck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2723815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56946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capacidades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291693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cada uno y dónde no se solapan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955280" y="261518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40080" y="34838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fabric_mcp_dec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619927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46557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3 primitivas de MCP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17320" y="38130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resources y prompts — cuáles usa Fabric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955280" y="351129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640080" y="43799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fabric_mcp_deck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516039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3616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417320" y="47091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locales vs. OAuth 2.0 con Entra ID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955280" y="440740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8"/>
          <p:cNvSpPr/>
          <p:nvPr/>
        </p:nvSpPr>
        <p:spPr>
          <a:xfrm>
            <a:off x="640080" y="52760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4" descr="/home/claude/fabric_mcp_deck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412151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257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usar cada uno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417320" y="560527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prácticas por escenario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955280" y="5303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Shape 22"/>
          <p:cNvSpPr/>
          <p:nvPr/>
        </p:nvSpPr>
        <p:spPr>
          <a:xfrm>
            <a:off x="9052560" y="1691640"/>
            <a:ext cx="2606040" cy="434340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30" name="Text 23"/>
          <p:cNvSpPr/>
          <p:nvPr/>
        </p:nvSpPr>
        <p:spPr>
          <a:xfrm>
            <a:off x="928116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9281160" y="228600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complementarios: el Local desarrolla y mueve datos; el Core administra la plataforma.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1 DE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 MCP Server (Local / Pro-Dev)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37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fabric_mcp_deck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910" y="2115190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2996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Subproceso que corre en tu máquina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open source (MIT) que arranca como subproceso junto a tu agente de IA (VS Code, Codex, Copilot). Empaqueta specs OpenAPI completas, esquemas JSON de items y buenas prácticas — sin conectarse a tu tenant en vivo para esa parte.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005072"/>
            <a:ext cx="54864" cy="292608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977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88920" y="3977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Available (GA)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443984"/>
            <a:ext cx="54864" cy="292608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4165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88920" y="44165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MIT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4882896"/>
            <a:ext cx="54864" cy="292608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855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8920" y="48554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(subproceso local)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" y="5321808"/>
            <a:ext cx="54864" cy="292608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52943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88920" y="52943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VS Code · npm/npx · .NET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269480" y="1691640"/>
            <a:ext cx="4389120" cy="4434840"/>
          </a:xfrm>
          <a:prstGeom prst="roundRect">
            <a:avLst>
              <a:gd name="adj" fmla="val 1667"/>
            </a:avLst>
          </a:prstGeom>
          <a:solidFill>
            <a:srgbClr val="065A82"/>
          </a:solidFill>
          <a:ln/>
        </p:spPr>
      </p:sp>
      <p:sp>
        <p:nvSpPr>
          <p:cNvPr id="22" name="Text 19"/>
          <p:cNvSpPr/>
          <p:nvPr/>
        </p:nvSpPr>
        <p:spPr>
          <a:xfrm>
            <a:off x="7543800" y="1920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43800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1" descr="/home/claude/fabric_mcp_deck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2537460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183880" y="244144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specs de API y esquemas offline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7543800" y="3108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2" descr="/home/claude/fabric_mcp_deck/icons/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3223260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83880" y="312724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escribir archivos/tablas en OneLake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754380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/home/claude/fabric_mcp_deck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39090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183880" y="381304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código "grounded" para Fabric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7543800" y="4480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4" descr="/home/claude/fabric_mcp_deck/icons/to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4594860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183880" y="449884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items nuevos (solo creación)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2 DE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 Core MCP Server (Remoto)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389120" cy="4434840"/>
          </a:xfrm>
          <a:prstGeom prst="roundRect">
            <a:avLst>
              <a:gd name="adj" fmla="val 1667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fabric_mcp_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5374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4144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gestionar workspaces completos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fabric_mcp_deck/icons/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2232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12724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items (leer/actualizar/borrar)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fabric_mcp_dec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81304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permisos y roles (RBAC)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/home/claude/fabric_mcp_deck/icons/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59486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49884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carpetas dentro del workspace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120640" y="1691640"/>
            <a:ext cx="6537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440680" y="196596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/home/claude/fabric_mcp_deck/icons/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910" y="2115190"/>
            <a:ext cx="323332" cy="3233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17920" y="202996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hospedado por Microsoft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5440680" y="278892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instalación: cualquier host compatible con MCP se conecta añadiendo la URL del endpoint y autenticando con Microsoft Entra ID. Cada tool mapea a una operación REST real de Fabric, con validación de entrada y manejo de errores.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5440680" y="4005072"/>
            <a:ext cx="54864" cy="292608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24" name="Text 17"/>
          <p:cNvSpPr/>
          <p:nvPr/>
        </p:nvSpPr>
        <p:spPr>
          <a:xfrm>
            <a:off x="5623560" y="3977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360920" y="3977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Preview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40680" y="4443984"/>
            <a:ext cx="54864" cy="292608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27" name="Text 20"/>
          <p:cNvSpPr/>
          <p:nvPr/>
        </p:nvSpPr>
        <p:spPr>
          <a:xfrm>
            <a:off x="5623560" y="44165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60920" y="44165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— no open source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40680" y="4882896"/>
            <a:ext cx="54864" cy="292608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30" name="Text 23"/>
          <p:cNvSpPr/>
          <p:nvPr/>
        </p:nvSpPr>
        <p:spPr>
          <a:xfrm>
            <a:off x="5623560" y="4855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360920" y="48554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Streamable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440680" y="5321808"/>
            <a:ext cx="54864" cy="292608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33" name="Text 26"/>
          <p:cNvSpPr/>
          <p:nvPr/>
        </p:nvSpPr>
        <p:spPr>
          <a:xfrm>
            <a:off x="5623560" y="52943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360920" y="52943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— endpoint remoto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fluye cada conexión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E7EEF3"/>
          </a:solidFill>
          <a:ln/>
        </p:spPr>
      </p:sp>
      <p:pic>
        <p:nvPicPr>
          <p:cNvPr id="6" name="Image 0" descr="/home/claude/fabric_mcp_deck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1831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756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25880" y="268833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agente (Codex/Copilot) lanza fabmcp como subproceso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40156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25880" y="334670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comunica por stdio (stdin/stdout) — sin puertos de red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4059936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0599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25880" y="4005072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login ya autenticado en tu máquina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4718304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718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325880" y="46634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DefaultAzureCredential resuelve el token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" y="537667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376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325880" y="532180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OneLake / Fabric REST bajo tu identidad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55080" y="17830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14294A"/>
          </a:solidFill>
          <a:ln/>
        </p:spPr>
      </p:sp>
      <p:sp>
        <p:nvSpPr>
          <p:cNvPr id="24" name="Shape 21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1" descr="/home/claude/fabric_mcp_deck/icons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2183130"/>
            <a:ext cx="251460" cy="2514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269480" y="2075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(REMOTO)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629400" y="2743200"/>
            <a:ext cx="329184" cy="3291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8" name="Text 24"/>
          <p:cNvSpPr/>
          <p:nvPr/>
        </p:nvSpPr>
        <p:spPr>
          <a:xfrm>
            <a:off x="662940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132320" y="268833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agente añade la URL del endpoint remoto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629400" y="3401568"/>
            <a:ext cx="329184" cy="3291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31" name="Text 27"/>
          <p:cNvSpPr/>
          <p:nvPr/>
        </p:nvSpPr>
        <p:spPr>
          <a:xfrm>
            <a:off x="6629400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132320" y="334670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por HTTP Streamable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629400" y="4059936"/>
            <a:ext cx="329184" cy="3291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34" name="Text 30"/>
          <p:cNvSpPr/>
          <p:nvPr/>
        </p:nvSpPr>
        <p:spPr>
          <a:xfrm>
            <a:off x="6629400" y="40599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7132320" y="4005072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el navegador — flujo OAuth 2.0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629400" y="4718304"/>
            <a:ext cx="329184" cy="3291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37" name="Text 33"/>
          <p:cNvSpPr/>
          <p:nvPr/>
        </p:nvSpPr>
        <p:spPr>
          <a:xfrm>
            <a:off x="6629400" y="4718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132320" y="46634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Inicias sesión con Microsoft Entra ID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629400" y="5376672"/>
            <a:ext cx="329184" cy="32918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40" name="Text 36"/>
          <p:cNvSpPr/>
          <p:nvPr/>
        </p:nvSpPr>
        <p:spPr>
          <a:xfrm>
            <a:off x="6629400" y="5376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7132320" y="532180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llama a la REST API de Fabric por ti, con auditoría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fabric_mcp_deck/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DEL CORE (REMOTO)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8412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solo el servidor remoto puede hacer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A3660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8" name="Image 1" descr="/home/claude/fabric_mcp_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20459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workspaces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77240" y="2926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listar, actualizar y borrar workspaces completos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A3660"/>
          </a:solidFill>
          <a:ln/>
        </p:spPr>
      </p:sp>
      <p:sp>
        <p:nvSpPr>
          <p:cNvPr id="12" name="Shape 8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3" name="Image 2" descr="/home/claude/fabric_mcp_deck/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20459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completo de items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617720" y="2926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Leer, actualizar y borrar — no solo crear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A3660"/>
          </a:solidFill>
          <a:ln/>
        </p:spPr>
      </p:sp>
      <p:sp>
        <p:nvSpPr>
          <p:cNvPr id="17" name="Shape 12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8" name="Image 3" descr="/home/claude/fabric_mcp_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930" y="204597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820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y roles (RBAC)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458200" y="2926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Añadir, listar y modificar roles de workspace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A3660"/>
          </a:solidFill>
          <a:ln/>
        </p:spPr>
      </p:sp>
      <p:sp>
        <p:nvSpPr>
          <p:cNvPr id="22" name="Shape 16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23" name="Image 4" descr="/home/claude/fabric_mcp_deck/icons/fol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424053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carpetas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7724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mover y organizar carpetas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38912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A3660"/>
          </a:solidFill>
          <a:ln/>
        </p:spPr>
      </p:sp>
      <p:sp>
        <p:nvSpPr>
          <p:cNvPr id="27" name="Shape 20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28" name="Image 5" descr="/home/claude/fabric_mcp_deck/icons/compa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424053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1772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 en catálogo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461772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search_catalog sobre todo el tenant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22960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A3660"/>
          </a:solidFill>
          <a:ln/>
        </p:spPr>
      </p:sp>
      <p:sp>
        <p:nvSpPr>
          <p:cNvPr id="32" name="Shape 24"/>
          <p:cNvSpPr/>
          <p:nvPr/>
        </p:nvSpPr>
        <p:spPr>
          <a:xfrm>
            <a:off x="8458200" y="411480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33" name="Image 6" descr="/home/claude/fabric_mcp_deck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3930" y="4240530"/>
            <a:ext cx="251460" cy="2514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45820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completa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845820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queda registrada con tu identidad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fabric_mcp_deck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DEL LOCAL (PRO-DEV)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8412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solo el servidor local puede hacer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/home/claude/fabric_mcp_deck/icons/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20459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 en OneLake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77240" y="2926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Listar, subir, descargar y borrar archivos/directorios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fabric_mcp_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20459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Tablas de OneLake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617720" y="2926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Namespaces, listado de tablas y su definición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/home/claude/fabric_mcp_deck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930" y="204597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820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Specs de API offline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458200" y="2926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completo y esquemas JSON sin conexión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/home/claude/fabric_mcp_deck/icons/git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424053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Data Factory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7724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Dataflow Gen2 y ejecución de M (según README)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38912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5" descr="/home/claude/fabric_mcp_deck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424053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1772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Shortcuts y roles de acceso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461772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avanzada de OneLake (según README)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22960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458200" y="4114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3" name="Image 6" descr="/home/claude/fabric_mcp_deck/icons/too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3930" y="4240530"/>
            <a:ext cx="251460" cy="2514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458200" y="4754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Creación de items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8458200" y="5120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rápido de lakehouses, notebooks, etc.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capacidades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892040"/>
        </p:xfrm>
        <a:graphic>
          <a:graphicData uri="http://schemas.openxmlformats.org/drawingml/2006/table">
            <a:tbl>
              <a:tblPr/>
              <a:tblGrid>
                <a:gridCol w="6675120"/>
                <a:gridCol w="2194560"/>
                <a:gridCol w="219456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(remoto)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(Pro-Dev)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workspaces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completo de 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8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crear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 y roles (RBAC)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carpetas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en catálogo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Capacidades del tenant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en OneLake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 en OneLake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 de API offline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completa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Instalación requerida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abierto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PROTOCOLO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3 primitivas de cualquier servidor MCP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fabric_mcp_deck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2606040"/>
            <a:ext cx="30083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que el modelo invoca para actuar o calcular. Controladas por el modelo.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4672" y="36118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tools/list · tools/call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1947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fabric_mcp_dec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848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99432" y="2606040"/>
            <a:ext cx="30083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solo lectura que el cliente adjunta como contexto (@ mentions).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99432" y="36118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resources/list · resources/read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94192" y="1947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fabric_mcp_deck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848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94192" y="2606040"/>
            <a:ext cx="30083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reutilizables, normalmente invocadas por el usuario (slash commands).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394192" y="36118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prompts/list · prompts/get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43434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294A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45537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home/claude/fabric_mcp_deck/icons/aler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696358"/>
            <a:ext cx="309067" cy="30906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43891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Local y Core exponen únicamente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Ninguno de los dos documenta soporte de resources ni prompts a día de hoy.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autentica cada servidor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fabric_mcp_deck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1831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75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— Credenciales de Azure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310896" cy="310896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9" name="Image 1" descr="/home/claude/fabric_mcp_deck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30" y="2802270"/>
            <a:ext cx="192756" cy="1927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7004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de documentación: sin autenticación, 100% offline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3584448"/>
            <a:ext cx="310896" cy="310896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2" name="Image 2" descr="/home/claude/fabric_mcp_deck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30" y="3643518"/>
            <a:ext cx="192756" cy="1927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511296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de OneLake/creación: requieren az login previo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22960" y="4425696"/>
            <a:ext cx="310896" cy="310896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5" name="Image 3" descr="/home/claude/fabric_mcp_deck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30" y="4484766"/>
            <a:ext cx="192756" cy="1927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352544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DefaultAzureCredential prueba var. de entorno → identidad gestionada → Azure CLI → navegador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22960" y="5266944"/>
            <a:ext cx="310896" cy="310896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18" name="Image 4" descr="/home/claude/fabric_mcp_deck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30" y="5326014"/>
            <a:ext cx="192756" cy="1927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519379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bajo tu identidad y permisos de Fabric ya existentes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355080" y="17830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5" descr="/home/claude/fabric_mcp_deck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130" y="2183130"/>
            <a:ext cx="251460" cy="2514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69480" y="2075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— OAuth 2.0 / Entra ID</a:t>
            </a:r>
            <a:endParaRPr lang="en-US" sz="1550" dirty="0"/>
          </a:p>
        </p:txBody>
      </p:sp>
      <p:sp>
        <p:nvSpPr>
          <p:cNvPr id="24" name="Shape 16"/>
          <p:cNvSpPr/>
          <p:nvPr/>
        </p:nvSpPr>
        <p:spPr>
          <a:xfrm>
            <a:off x="6629400" y="2743200"/>
            <a:ext cx="310896" cy="310896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5" name="Image 6" descr="/home/claude/fabric_mcp_deck/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470" y="2802270"/>
            <a:ext cx="192756" cy="19275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132320" y="267004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HTTP Streamable hacia el endpoint remoto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629400" y="3584448"/>
            <a:ext cx="310896" cy="310896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28" name="Image 7" descr="/home/claude/fabric_mcp_deck/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8470" y="3643518"/>
            <a:ext cx="192756" cy="1927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132320" y="3511296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conexión: flujo OAuth 2.0 en el navegador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6629400" y="4425696"/>
            <a:ext cx="310896" cy="310896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31" name="Image 8" descr="/home/claude/fabric_mcp_deck/icon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8470" y="4484766"/>
            <a:ext cx="192756" cy="1927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32320" y="4352544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cuenta de trabajo/escuela de Entra ID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6629400" y="5266944"/>
            <a:ext cx="310896" cy="310896"/>
          </a:xfrm>
          <a:prstGeom prst="ellipse">
            <a:avLst/>
          </a:prstGeom>
          <a:solidFill>
            <a:srgbClr val="EAF2F6"/>
          </a:solidFill>
          <a:ln/>
        </p:spPr>
      </p:sp>
      <p:pic>
        <p:nvPicPr>
          <p:cNvPr id="34" name="Image 9" descr="/home/claude/fabric_mcp_deck/icons/check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8470" y="5326014"/>
            <a:ext cx="192756" cy="19275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132320" y="519379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corta duración, con refresco automático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desventajas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(Pro-Dev)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AF4E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1F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latencia para tools de docs; funciona offline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1F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y extensible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1F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CI/CD y generación de código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BEEE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5262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81888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00" dirty="0">
                <a:solidFill>
                  <a:srgbClr val="6E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crea items, no actualiza/borra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00" dirty="0">
                <a:solidFill>
                  <a:srgbClr val="6E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gestiona permisos ni carpetas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00" dirty="0">
                <a:solidFill>
                  <a:srgbClr val="6E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deja rastro en auditoría de Fabric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(remoto)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1031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AF4E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2402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532888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1F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instalación — solo una URL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1F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+ permisos + auditoría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00" dirty="0">
                <a:solidFill>
                  <a:srgbClr val="1F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empresarial con refresco automático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43891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BEEE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45262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481888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00" dirty="0">
                <a:solidFill>
                  <a:srgbClr val="6E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Public Preview — puede cambiar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00" dirty="0">
                <a:solidFill>
                  <a:srgbClr val="6E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open source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00" dirty="0">
                <a:solidFill>
                  <a:srgbClr val="6E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 datos dentro de items (tablas, notebooks)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3" name="Image 0" descr="/home/claude/fabric_mcp_deck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JULIO DE 2026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8412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conocidas de cada servidor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965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(PRO-DEV)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45059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3042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pueden cambiar de nombre entre releases — verificar con --help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04495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28986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128 tools por petición en VS Code Copilot (con varios MCP a la vez)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63931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49300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Node.js 20 LTS o .NET 9 SDK según el método de instalación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42336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08736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de OneLake/creación operan en vivo — algunas son destructivas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4828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68172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enviar telemetría a Microsoft (desactivable)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542239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52760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principalmente comunitario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55080" y="17373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1965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(REMOTO)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29400" y="24505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6903720" y="23042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Public Preview: funciones y configuración pueden cambiar antes de GA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29400" y="30449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6903720" y="28986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 datos dentro de items (tablas, código de notebook)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629400" y="36393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6903720" y="349300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funciones avanzadas de Fabric aún no tienen tool equivalente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629400" y="423367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6903720" y="408736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un workspace elimina permanentemente todo su contenido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629400" y="48280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8"/>
          <p:cNvSpPr/>
          <p:nvPr/>
        </p:nvSpPr>
        <p:spPr>
          <a:xfrm>
            <a:off x="6903720" y="468172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carpetas deben estar vacías antes de poder borrarse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629400" y="54223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0"/>
          <p:cNvSpPr/>
          <p:nvPr/>
        </p:nvSpPr>
        <p:spPr>
          <a:xfrm>
            <a:off x="6903720" y="52760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resolver emails a IDs conviene sumar el Microsoft Graph MCP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usar cada servidor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128016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21488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fabric_mcp_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2322" y="235092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y datos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código, explorar specs, subir/leer archivos OneLake, scaffolding de items, CI/CD.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502920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029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 el LOCAL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173736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1737360"/>
            <a:ext cx="3520440" cy="12801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0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/home/claude/fabric_mcp_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82" y="2350922"/>
            <a:ext cx="373075" cy="3730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y administración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17720" y="37033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workspaces, CRUD de items, permisos, carpetas, auditoría obligatoria.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17720" y="502920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4617720" y="5029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 el CORE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138160" y="173736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38160" y="1737360"/>
            <a:ext cx="3520440" cy="128016"/>
          </a:xfrm>
          <a:prstGeom prst="roundRect">
            <a:avLst/>
          </a:prstGeom>
          <a:solidFill>
            <a:srgbClr val="D98324"/>
          </a:solidFill>
          <a:ln/>
        </p:spPr>
      </p:sp>
      <p:sp>
        <p:nvSpPr>
          <p:cNvPr id="22" name="Shape 18"/>
          <p:cNvSpPr/>
          <p:nvPr/>
        </p:nvSpPr>
        <p:spPr>
          <a:xfrm>
            <a:off x="9509760" y="2148840"/>
            <a:ext cx="777240" cy="77724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23" name="Image 2" descr="/home/claude/fabric_mcp_deck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842" y="2350922"/>
            <a:ext cx="373075" cy="3730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6676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trabajo completo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412480" y="37033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además administrar el tenant en la misma conversación del agente.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412480" y="5029200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D98324"/>
          </a:solidFill>
          <a:ln/>
        </p:spPr>
      </p:sp>
      <p:sp>
        <p:nvSpPr>
          <p:cNvPr id="27" name="Text 22"/>
          <p:cNvSpPr/>
          <p:nvPr/>
        </p:nvSpPr>
        <p:spPr>
          <a:xfrm>
            <a:off x="8412480" y="5029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 AMBOS a la vez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 Microsoft Fabric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754880" cy="4754880"/>
          </a:xfrm>
          <a:prstGeom prst="ellipse">
            <a:avLst/>
          </a:prstGeom>
          <a:solidFill>
            <a:srgbClr val="1A366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Complementarios, no rivales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comparadas entre ambos servidores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4340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34340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primitiva MCP compartida: solo tools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86384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auth: local (Azure CLI) y remoto (OAuth/Entra ID)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10515600" cy="0"/>
          </a:xfrm>
          <a:prstGeom prst="line">
            <a:avLst/>
          </a:prstGeom>
          <a:noFill/>
          <a:ln w="12700">
            <a:solidFill>
              <a:srgbClr val="2C4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6177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Local para desarrollar y mover datos; usa el Core para administrar la plataforma con auditoría. En muchos flujos, la mejor respuesta es conectar los dos a la vez.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Microsoft Learn (learn.microsoft.com/rest/api/fabric) · github.com/microsoft/mcp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2026-07-25T12:34:48Z</dcterms:created>
  <dcterms:modified xsi:type="dcterms:W3CDTF">2026-07-25T12:34:48Z</dcterms:modified>
</cp:coreProperties>
</file>